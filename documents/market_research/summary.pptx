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2372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010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9303686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3187581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08523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54747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799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7793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2575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Summarize CRNT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5383C8-A0E5-0852-117D-8C152D2C81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These are features that absolutely have to be in the product.</a:t>
            </a:r>
            <a:endParaRPr/>
          </a:p>
          <a:p>
            <a:pPr>
              <a:defRPr/>
            </a:pPr>
            <a:r>
              <a:rPr/>
              <a:t>The completion of these features will complete the MVP.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706650-ADB2-0B99-424F-A4137D7AA8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133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90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 features we would like in the app.</a:t>
            </a:r>
            <a:endParaRPr/>
          </a:p>
          <a:p>
            <a:pPr>
              <a:defRPr/>
            </a:pPr>
            <a:r>
              <a:rPr/>
              <a:t>Features that should be in the first official full release (1.0 release)</a:t>
            </a:r>
            <a:endParaRPr/>
          </a:p>
        </p:txBody>
      </p:sp>
      <p:sp>
        <p:nvSpPr>
          <p:cNvPr id="2003525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09A28F-DF1F-6FCD-D419-0B939FEF88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932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241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Features we would like to have but are not required for launch of the app.</a:t>
            </a:r>
            <a:endParaRPr/>
          </a:p>
        </p:txBody>
      </p:sp>
      <p:sp>
        <p:nvSpPr>
          <p:cNvPr id="834846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76F217-01E4-182A-DBC6-E2E0E9BA6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List options here we are good with, do not need to make a decision this early.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3E740-C19D-918F-3A11-8C6954734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advantages does CRNT have over other apps?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 the</a:t>
            </a:r>
            <a:r>
              <a:rPr/>
              <a:t> postitives that make CRNT strong or unique?</a:t>
            </a:r>
            <a:endParaRPr/>
          </a:p>
          <a:p>
            <a:pPr>
              <a:defRPr/>
            </a:pPr>
            <a:r>
              <a:rPr/>
              <a:t>Focus on what CRNT does better than competitors or any advantages it has over them.</a:t>
            </a:r>
            <a:endParaRPr/>
          </a:p>
          <a:p>
            <a:pPr>
              <a:defRPr/>
            </a:pPr>
            <a:r>
              <a:rPr/>
              <a:t>Example: Unique feature or combination of features no one else has.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0F8601-ED54-C322-7375-67DC7B4614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vulnerabilities or disadvantages does CRNT have?</a:t>
            </a:r>
            <a:endParaRPr/>
          </a:p>
          <a:p>
            <a:pPr>
              <a:defRPr/>
            </a:pPr>
            <a:r>
              <a:rPr/>
              <a:t>What could hold us back?</a:t>
            </a:r>
            <a:endParaRPr/>
          </a:p>
          <a:p>
            <a:pPr>
              <a:defRPr/>
            </a:pPr>
            <a:r>
              <a:rPr/>
              <a:t>Things within our control that need improvements? </a:t>
            </a:r>
            <a:endParaRPr/>
          </a:p>
          <a:p>
            <a:pPr>
              <a:defRPr/>
            </a:pPr>
            <a:r>
              <a:rPr/>
              <a:t>Example: Lack of brand recognition, limited budget/skill/time.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F6FBD5-4381-255B-71D4-243A9BDEA1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0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275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external trends or gaps can your app take advantage of?</a:t>
            </a:r>
            <a:endParaRPr/>
          </a:p>
          <a:p>
            <a:pPr>
              <a:defRPr/>
            </a:pPr>
            <a:r>
              <a:rPr/>
              <a:t>Look at the market conditions, user needs, or market changes that can be capitalized on.</a:t>
            </a:r>
            <a:endParaRPr/>
          </a:p>
          <a:p>
            <a:pPr>
              <a:defRPr/>
            </a:pPr>
            <a:r>
              <a:rPr/>
              <a:t>Example: Growing demand, complaints about competitors, untapped segments</a:t>
            </a:r>
            <a:endParaRPr/>
          </a:p>
        </p:txBody>
      </p:sp>
      <p:sp>
        <p:nvSpPr>
          <p:cNvPr id="1534886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DE48E3-C4E7-9EB1-DF79-3E301E32B2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000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6665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external risks could harm CRNT’s success?</a:t>
            </a:r>
            <a:endParaRPr/>
          </a:p>
          <a:p>
            <a:pPr>
              <a:defRPr/>
            </a:pPr>
            <a:r>
              <a:rPr/>
              <a:t>Outside issues that could create problems for CRNT.</a:t>
            </a:r>
            <a:endParaRPr/>
          </a:p>
          <a:p>
            <a:pPr>
              <a:defRPr/>
            </a:pPr>
            <a:r>
              <a:rPr/>
              <a:t>Things that you can’t fully control.</a:t>
            </a:r>
            <a:endParaRPr/>
          </a:p>
          <a:p>
            <a:pPr>
              <a:defRPr/>
            </a:pPr>
            <a:r>
              <a:rPr/>
              <a:t>Example: Strong established competitors, rapid tech changes, high re-occurring costs.</a:t>
            </a:r>
            <a:endParaRPr/>
          </a:p>
        </p:txBody>
      </p:sp>
      <p:sp>
        <p:nvSpPr>
          <p:cNvPr id="2115367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6EFAE1-5860-AD38-66A8-873310F44C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68D23C-8CF9-8E0A-D043-DD72DEBE4A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54832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09751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417078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11099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8934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480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98105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29156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01461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39322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0463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59479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6588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48730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61888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3036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051156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743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89800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0777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1826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89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4387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18687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06298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37522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52855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173663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77026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7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78909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16232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60325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47637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62953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2225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65981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10835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46745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6008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0653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943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9716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55617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154959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52563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95971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90853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990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393943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32635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08555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8925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2601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87913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9129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2207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9381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667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7231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1956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517262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75905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19315" name="Title 1"/>
          <p:cNvSpPr>
            <a:spLocks noGrp="1"/>
          </p:cNvSpPr>
          <p:nvPr>
            <p:ph type="ctrTitle"/>
          </p:nvPr>
        </p:nvSpPr>
        <p:spPr bwMode="auto">
          <a:xfrm>
            <a:off x="1523999" y="2316162"/>
            <a:ext cx="9144000" cy="238759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/>
              <a:t>Book CRNT</a:t>
            </a:r>
            <a:br>
              <a:rPr lang="en-US"/>
            </a:br>
            <a:r>
              <a:rPr lang="en-US"/>
              <a:t>Market Analysis</a:t>
            </a:r>
            <a:br>
              <a:rPr lang="en-US"/>
            </a:br>
            <a:r>
              <a:rPr lang="en-US"/>
              <a:t>Summary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8751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CRNT Summary</a:t>
            </a:r>
            <a:endParaRPr/>
          </a:p>
        </p:txBody>
      </p:sp>
      <p:sp>
        <p:nvSpPr>
          <p:cNvPr id="4778990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81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CRNT Must Have Features</a:t>
            </a:r>
            <a:endParaRPr/>
          </a:p>
        </p:txBody>
      </p:sp>
      <p:sp>
        <p:nvSpPr>
          <p:cNvPr id="6012594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Cataloging</a:t>
            </a:r>
            <a:endParaRPr/>
          </a:p>
          <a:p>
            <a:pPr>
              <a:defRPr/>
            </a:pPr>
            <a:r>
              <a:rPr/>
              <a:t>Read Tracking</a:t>
            </a:r>
            <a:endParaRPr/>
          </a:p>
          <a:p>
            <a:pPr>
              <a:defRPr/>
            </a:pPr>
            <a:r>
              <a:rPr/>
              <a:t>Book search bar?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7887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CRNT Nice To Have Features</a:t>
            </a:r>
            <a:endParaRPr/>
          </a:p>
        </p:txBody>
      </p:sp>
      <p:sp>
        <p:nvSpPr>
          <p:cNvPr id="7647646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6299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CRNT Future Enhancement Features</a:t>
            </a:r>
            <a:endParaRPr/>
          </a:p>
        </p:txBody>
      </p:sp>
      <p:sp>
        <p:nvSpPr>
          <p:cNvPr id="19619611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previews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7458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Book CRNT Pricing Model Options</a:t>
            </a:r>
            <a:endParaRPr/>
          </a:p>
        </p:txBody>
      </p:sp>
      <p:sp>
        <p:nvSpPr>
          <p:cNvPr id="15283477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688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S.W.O.T. (Strengths)</a:t>
            </a:r>
            <a:endParaRPr/>
          </a:p>
        </p:txBody>
      </p:sp>
      <p:sp>
        <p:nvSpPr>
          <p:cNvPr id="5152634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9933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S.W.O.T. (Weaknesses)</a:t>
            </a:r>
            <a:endParaRPr sz="4400"/>
          </a:p>
        </p:txBody>
      </p:sp>
      <p:sp>
        <p:nvSpPr>
          <p:cNvPr id="1004004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7572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S.W.O.T. (Opportunities)</a:t>
            </a:r>
            <a:endParaRPr sz="4400"/>
          </a:p>
        </p:txBody>
      </p:sp>
      <p:sp>
        <p:nvSpPr>
          <p:cNvPr id="17852846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1598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S.W.O.T. (Threats)</a:t>
            </a:r>
            <a:endParaRPr sz="4400"/>
          </a:p>
        </p:txBody>
      </p:sp>
      <p:sp>
        <p:nvSpPr>
          <p:cNvPr id="2099209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320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Unique Value Proposition (UVP)</a:t>
            </a:r>
            <a:endParaRPr/>
          </a:p>
        </p:txBody>
      </p:sp>
      <p:sp>
        <p:nvSpPr>
          <p:cNvPr id="14404121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2025-12-18T02:00:51Z</dcterms:modified>
</cp:coreProperties>
</file>